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Emphasise the word LIFECYCLE — not a crash detector, a complete human experience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 accident is not the problem. The 30 days before and 60 days after are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phase briefly. Stress that every module is independently demoable — even if you run out of time, you can show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is the most unique here — no product does a cognitive check-in. M3 builds a personalised baseline over time, which is the correct way to detect fatigue.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M9 (Psychological Recovery Coach) is the most important and most unique slide in the whole deck. Pause here. No automotive product does this anywhere in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every single component here is either a free API, an open dataset, or open-source software. Zero cost to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'0 products address post-accident recovery' stat is the most powerful number on this slide. Pause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that SentinelAI isn't just a good idea — it maps precisely to Tata Technologies' stated priorities. Mention the SVP quote about Edge AI being the direction of the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judges you have a concrete plan. Each day is a real deliverable. You can do D1 this week and already have a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three lines land. Don't rush. Stop talking after 'psychological wreckage for the 60 days after.' Let judges read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0" y="201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InnoVent-27  |  Tata Technologies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Full-Lifecycle Driver Intelligence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Risk Prevention  ·  Incident Intelligence  ·  Human Recovery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337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337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PRE-ACCIDENT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Prevent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3337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3337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Respond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337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337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&amp; Rebuild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Edge AI for Personalized and Connected Vehicles  |  100% Software  |  Zero Hardware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phases. Three complete failures.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412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1.5L+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in India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8412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30–90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4612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avg insurance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settlement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7772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8412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develop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 or driving anxiety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27432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4505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accident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2834640"/>
            <a:ext cx="2523744" cy="0"/>
          </a:xfrm>
          <a:prstGeom prst="line">
            <a:avLst/>
          </a:prstGeom>
          <a:noFill/>
          <a:ln w="1016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07792"/>
            <a:ext cx="2523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fatigue, emotional stress, high-risk corridors — all measurable, all ignored.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monitors driver cognitive state before a trip.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359152"/>
            <a:ext cx="27432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55848" y="24505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the accident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55848" y="2834640"/>
            <a:ext cx="2523744" cy="0"/>
          </a:xfrm>
          <a:prstGeom prst="line">
            <a:avLst/>
          </a:prstGeom>
          <a:noFill/>
          <a:ln w="1016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907792"/>
            <a:ext cx="2523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window closes in minutes. No tool captures GPS, weather, traffic &amp; witness statements automatically.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claims fail on documentation, not merit.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359152"/>
            <a:ext cx="27432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27648" y="24505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accident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27648" y="2834640"/>
            <a:ext cx="2523744" cy="0"/>
          </a:xfrm>
          <a:prstGeom prst="line">
            <a:avLst/>
          </a:prstGeom>
          <a:noFill/>
          <a:ln w="1016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2907792"/>
            <a:ext cx="2523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face FIR filing, IRDAI deadlines, settlement negotiation, and PTSD — completely alone.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automotive product addresses this phase.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9 MODULES ACROSS 3 PHASES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772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PRE-ACCIDENT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002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Cognitive Load Profiler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2404872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4048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Route Risk Scorer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3209544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20954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Pre-Trip Readiness Check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4014216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401421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Social Drive Intelligence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7772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7772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1600200"/>
            <a:ext cx="2331720" cy="658368"/>
          </a:xfrm>
          <a:prstGeom prst="roundRect">
            <a:avLst>
              <a:gd name="adj" fmla="val 972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16002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Crash Context Recorder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2404872"/>
            <a:ext cx="2331720" cy="658368"/>
          </a:xfrm>
          <a:prstGeom prst="roundRect">
            <a:avLst>
              <a:gd name="adj" fmla="val 972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240487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Witness Statement AI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7772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POST-ACCIDENT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16002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 Legal Document AI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2404872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4048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 Insurance Negotiation Agent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0" y="3209544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320954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 Psychological Recovery Coach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172968" y="2377440"/>
            <a:ext cx="21031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2377440"/>
            <a:ext cx="22860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Software  ·  Zero Hardware  ·  All modules independently demonstrable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PRE-ACCIDENT PREVENTION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93268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9326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950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Load Profiler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 LLM voice check-in before every trip. Analyses sleep, stress &amp; emotional state. Generates cognitive risk score 0–100. Suggests safer route or delay if high-risk.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· Web Speech API · Ollama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92608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" y="303580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" y="30358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30540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Risk Scorer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route segment against NCRB accident statistics, live weather &amp; OpenStreetMap data. Plain-language risk explanation — not just a number.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498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OSMnx · XGBoost · NCRB open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82296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18888" y="93268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9326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76088" y="950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Pre-Trip Readiness Check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371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personal cognitive baseline per driver over time. Detects deviation from YOUR normal — far more accurate than a fixed threshold. Creates driver's 'Cognitive Passport'.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· Semantic embeddings · Supabase · n8n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303580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30358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76088" y="30540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Drive Intelligence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474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anonymised braking &amp; behavioural signals from fleet in real time. Warns: 'Drivers braking unexpectedly on this stretch.' Distinct from Waze — cognitive signals, not just traffic.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4498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 · Python · React Mapbox overlay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2 &amp; 3 — INCIDENT RESPONSE + RECOVERY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023360" cy="411480"/>
          </a:xfrm>
          <a:prstGeom prst="roundRect">
            <a:avLst>
              <a:gd name="adj" fmla="val 15556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DURING THE ACCIDENT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8328" y="1417320"/>
            <a:ext cx="36576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35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Crash Context Recorder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8288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— captures GPS, timestamp, weather (OpenWeatherMap), traffic (Google Maps), speed from location history. LLM generates cryptographically hashed incident narrative in insurance-ready format within seconds.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" y="3108960"/>
            <a:ext cx="36576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1272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Witness Statement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" y="35204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memo → legally structured PDF. Removes emotional language, adds numbered observations, timestamped &amp; hashed. Nobody else is building this.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777240"/>
            <a:ext cx="4343400" cy="411480"/>
          </a:xfrm>
          <a:prstGeom prst="roundRect">
            <a:avLst>
              <a:gd name="adj" fmla="val 15556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772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POST-ACCIDENT RECOVERY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325880"/>
            <a:ext cx="43434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141732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14173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Document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81728" y="17647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FIR draft, insurance claim letter, Know Your Rights explainer, 7-day deadline checklist. n8n sends reminders. Motor Vehicles Act 1988 knowledge base.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542032"/>
            <a:ext cx="43434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2633472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681728" y="26334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2633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Negotiation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81728" y="298094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offer vs comparable settled claims. Drafts counter-offer citing IRDAI guidelines. Tracks 30-day settlement deadline. Escalates to Insurance Ombudsman if needed.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758184"/>
            <a:ext cx="43434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3849624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4681728" y="38496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38496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Psychological Recovery Coach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81728" y="419709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daily check-in. PHQ-9 + PCL-5 validated instruments. Detects PTSD/anxiety patterns. CBT micro-exercises. Graduated return-to-drive plan. Return to Drive Readiness Report.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32688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LLM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3502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 · Ollama (local) · Prompt Engineering · LLM Agentic Tool Use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18888" y="932688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14A8A6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932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Prediction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33502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XGBoost · Semantic Embeddings (sentence-transformers) · FastAPI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322576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322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2491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(OSMnx) · OpenWeatherMap API · Google Maps Platform · NCRB Open Data · PPAC/IOCL APIs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212848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18888" y="2322576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0D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2322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Storage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72491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 · SHA-256 Hashing · Row-Level Encryption · n8n Workflow Automation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712464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0E6B82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7124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11480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PWA · Mapbox GL (live heatmap) · Web Speech API · PDF + DOCX generation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02736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3712464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37124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1480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(Patient Health Questionnaire-9) · PCL-5 (PTSD Checklist DSM-5) — both public domain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 ·  Zero computer vision training  ·  Zero proprietary datasets  ·  Fully demonstrable on a laptop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74320" y="16093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drivers in India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04672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412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0" y="16093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address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post-accident recovery 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804672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412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126480" y="16093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 or use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59152"/>
          <a:ext cx="8686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Challenge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Without SentinelAI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With SentinelAI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Pre-trip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Invisible. Driver unaware.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Cognitive score + route risk scored before departure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in minutes. Claim fails.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Auto-captured, hashed, legally formatted in seconds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days, underpaid, accepted.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negotiator + IRDAI deadline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Post-accident PTSD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Untreated. No support.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recovery coach. CBT exercises. Readiness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knowledge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None. FIR not filed.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FIR + rights explainer + checklist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WITH TATA TECHNOLOGIES — InnoVent-27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046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for ADAS &amp; Autonomous Systems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06240" y="1078992"/>
            <a:ext cx="3200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53712" y="804672"/>
            <a:ext cx="4361688" cy="548640"/>
          </a:xfrm>
          <a:prstGeom prst="roundRect">
            <a:avLst>
              <a:gd name="adj" fmla="val 10000"/>
            </a:avLst>
          </a:prstGeom>
          <a:solidFill>
            <a:srgbClr val="0E3D5C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804672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 profiler · Route risk scorer · Social drive intelligence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490472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904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&amp; Connected Vehicles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764792"/>
            <a:ext cx="3200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1490472"/>
            <a:ext cx="4361688" cy="548640"/>
          </a:xfrm>
          <a:prstGeom prst="roundRect">
            <a:avLst>
              <a:gd name="adj" fmla="val 10000"/>
            </a:avLst>
          </a:prstGeom>
          <a:solidFill>
            <a:srgbClr val="0E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1490472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passport (pre-trip readiness) · Psychological recovery coach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176272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1762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Health &amp; Predictive Maintenance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2450592"/>
            <a:ext cx="3200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3712" y="2176272"/>
            <a:ext cx="4361688" cy="548640"/>
          </a:xfrm>
          <a:prstGeom prst="roundRect">
            <a:avLst>
              <a:gd name="adj" fmla="val 10000"/>
            </a:avLst>
          </a:prstGeom>
          <a:solidFill>
            <a:srgbClr val="0E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4645152" y="2176272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risk scorer integrates real-time mechanical + road risk 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862072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8620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 &amp; Digital Twins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3136392"/>
            <a:ext cx="3200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3712" y="2862072"/>
            <a:ext cx="4361688" cy="548640"/>
          </a:xfrm>
          <a:prstGeom prst="roundRect">
            <a:avLst>
              <a:gd name="adj" fmla="val 10000"/>
            </a:avLst>
          </a:prstGeom>
          <a:solidFill>
            <a:srgbClr val="0E3D5C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2862072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cognitive risk aggregation = live driver wellness digital twin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547872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5478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Cybersecurity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3822192"/>
            <a:ext cx="3200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53712" y="3547872"/>
            <a:ext cx="4361688" cy="548640"/>
          </a:xfrm>
          <a:prstGeom prst="roundRect">
            <a:avLst>
              <a:gd name="adj" fmla="val 10000"/>
            </a:avLst>
          </a:prstGeom>
          <a:solidFill>
            <a:srgbClr val="0E3D5C"/>
          </a:solidFill>
          <a:ln/>
        </p:spPr>
      </p:sp>
      <p:sp>
        <p:nvSpPr>
          <p:cNvPr id="28" name="Text 26"/>
          <p:cNvSpPr/>
          <p:nvPr/>
        </p:nvSpPr>
        <p:spPr>
          <a:xfrm>
            <a:off x="4645152" y="3547872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incident hashing · Anonymised data architecture throughout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4233672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2336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&amp; Sustainable Mobility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4507992"/>
            <a:ext cx="3200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3712" y="4233672"/>
            <a:ext cx="4361688" cy="548640"/>
          </a:xfrm>
          <a:prstGeom prst="roundRect">
            <a:avLst>
              <a:gd name="adj" fmla="val 10000"/>
            </a:avLst>
          </a:prstGeom>
          <a:solidFill>
            <a:srgbClr val="0E3D5C"/>
          </a:solidFill>
          <a:ln/>
        </p:spPr>
      </p:sp>
      <p:sp>
        <p:nvSpPr>
          <p:cNvPr id="33" name="Text 31"/>
          <p:cNvSpPr/>
          <p:nvPr/>
        </p:nvSpPr>
        <p:spPr>
          <a:xfrm>
            <a:off x="4645152" y="4233672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optimisation reduces stop-start driving; lower emissions per km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SentinelAI maps to every single InnoVent-27 subcategory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ROADMAP — 9 DAYS TO FULL PROTOTYPE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896112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896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" y="1335024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· Voice check-in · Cognitive risk scorer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896112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896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10128" y="1335024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 · NCRB data · XGBoost route risk classifier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804672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81928" y="896112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896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81928" y="1335024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baseline engine · Supabase · n8n scheduling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221992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" y="2313432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" y="2752344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 fleet signals · React map overlay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221992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2313432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310128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86200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0128" y="2752344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context recorder · SHA-256 document store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221992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81928" y="2313432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281928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81928" y="2752344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· Witness statement LLM · PDF output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639312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8328" y="3730752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" y="3730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8328" y="4169664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 generator · FIR template · Deadline reminders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639312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10128" y="3730752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3310128" y="3730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886200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10128" y="4169664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agent · IRDAI knowledge base · Escalation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3639312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81928" y="3730752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6281928" y="3730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0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81928" y="4169664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PHQ-9/PCL-5 flow · CBT exercises · Return-to-drive report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modules independently demonstrable · Any single module = complete prototype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other team built a crash detector.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system that stops crashes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they happen 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them the moment they do 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holds your hand through the legal, financial,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4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psychological wreckage for the 60 days after.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950208"/>
            <a:ext cx="8229600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SentinelAI  ·  InnoVent-27  ·  Tata Technologies  ·  AI at the Edge for Automotive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for Personalized and Connected Vehicles  ·  100% Software  ·  Zero Hardware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SentinelAI — InnoVent-27</dc:title>
  <dc:subject>PptxGenJS Presentation</dc:subject>
  <dc:creator>PptxGenJS</dc:creator>
  <cp:lastModifiedBy>PptxGenJS</cp:lastModifiedBy>
  <cp:revision>1</cp:revision>
  <dcterms:created xsi:type="dcterms:W3CDTF">2026-06-23T13:50:45Z</dcterms:created>
  <dcterms:modified xsi:type="dcterms:W3CDTF">2026-06-23T13:50:45Z</dcterms:modified>
</cp:coreProperties>
</file>